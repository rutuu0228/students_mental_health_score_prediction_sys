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3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3D3F"/>
                </a:solidFill>
                <a:latin typeface="Calibri"/>
              </a:rPr>
              <a:t>R² Score by Model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3D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0.78900000000000003</c:v>
                </c:pt>
                <c:pt idx="1">
                  <c:v>0.85099999999999998</c:v>
                </c:pt>
                <c:pt idx="2">
                  <c:v>0.91700000000000004</c:v>
                </c:pt>
                <c:pt idx="3">
                  <c:v>0.84299999999999997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37-4867-8FE5-63B350B2AF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98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FINAL YEAR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Mental Health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Prediction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student's mental health score from lifestyle and digital-usage patterns using machine learning regression.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983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Rutuja Dhumal &amp; Vaibhav Solanke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09760" y="2743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6309360" cy="4892040"/>
          </a:xfrm>
          <a:prstGeom prst="roundRect">
            <a:avLst>
              <a:gd name="adj" fmla="val 2243"/>
            </a:avLst>
          </a:prstGeom>
          <a:solidFill>
            <a:srgbClr val="F0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everyday student habits predict mental well-being?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well-being is shaped by daily habits — social media use, study time, sleep, physical activity, and stress.</a:t>
            </a:r>
            <a:endParaRPr lang="en-US" sz="1400" dirty="0"/>
          </a:p>
          <a:p>
            <a:pPr marL="0" indent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machine learning regression to predict a continuous Mental Health Score from these lifestyle and digital-usage variables.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academic ML project — the score is not a medical diagnosis or a clinical assessment.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280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78040" y="1819656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7804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71232" y="17556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dataset's structure &amp; quality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78040" y="2322576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71232" y="22585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78040" y="2825496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71232" y="27614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lifestyle vs. mental-health relationships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78040" y="3328416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71232" y="32644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for machine learning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3831336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7673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regression models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78040" y="4334256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42702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strongest baseline model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0F7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student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46120" y="13533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4,998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after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F0F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3533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Categories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2296" cy="566928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3649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36499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Country, Academic Level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82296" cy="566928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Usage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40233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Purpose of Use, Daily Usage Hours, Daily Unlocks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0016"/>
            <a:ext cx="82296" cy="566928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6817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46817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Hours, Physical Activity Hours, Sleep Hours/Night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58384"/>
            <a:ext cx="82296" cy="566928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400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534009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1234440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0B3D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982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Health Score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788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numeric value — making this a regression problem, not classification.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98280" y="4160520"/>
            <a:ext cx="22860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98280" y="43434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note: descriptive EDA only — not evidence of medical causation.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lives in its own notebook, so the pipeline is reproducible step by step.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33756" y="228600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" y="25146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6908" y="3182112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25196" y="38221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structure, dtypes &amp; stats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16836" y="25603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1428" y="228600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0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2916936" y="25146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16936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54580" y="3182112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72868" y="38221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nulls; removed 2 duplicate rows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064508" y="25603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9100" y="228600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64608" y="25146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64608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02252" y="3182112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320540" y="38221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Uni/bivariate, correlation heatmap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12180" y="25603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6772" y="228600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0F7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812280" y="25146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249924" y="3182112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68212" y="38221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+ scaling → 77 columns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59852" y="25603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4444" y="228600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0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8759952" y="25146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5995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197596" y="3182112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15884" y="38221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regression models compared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907524" y="25603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72116" y="228600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DEFD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07624" y="2514600"/>
            <a:ext cx="512064" cy="51206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07624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145268" y="3182112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0163556" y="38221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— in progress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" y="56235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4924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88236" y="5623560"/>
            <a:ext cx="146304" cy="14630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089404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were split into categorical and numerical groups before transformation.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0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167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68833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5694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0906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Level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493008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3741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Platform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895344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37764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Use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29768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178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91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with OneHotEncoder &amp; OrdinalEncoder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0F7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Features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228600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2167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268833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25694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Usage Hours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3090672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Unlocks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3493008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0" y="33741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389534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66560" y="37764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Hours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429768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0" y="4178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 per Night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791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with StandardScaler, combined via ColumnTransformer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B3D3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processed dataset expands to 4,998 rows × 77 columns, ready for modeling.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regression models trained and evaluated on the same test set.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463040"/>
            <a:ext cx="4343400" cy="1874520"/>
          </a:xfrm>
          <a:prstGeom prst="roundRect">
            <a:avLst>
              <a:gd name="adj" fmla="val 5854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4380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BASELINE MODEL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0.9167  ·  MAE = 0.278  ·  RMSE = 0.386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~91.7% of the variance in test-set scores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3520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by Model (lower is better)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3931920"/>
            <a:ext cx="4343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E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39319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0149840" y="39319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0.4758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69480" y="4443984"/>
            <a:ext cx="4343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E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52360" y="44439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149840" y="44439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0.3228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69480" y="4956048"/>
            <a:ext cx="4343400" cy="438912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 w="12700">
            <a:solidFill>
              <a:srgbClr val="E5EE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49560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0149840" y="49560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0.2779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69480" y="5468112"/>
            <a:ext cx="4343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E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52360" y="54681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149840" y="54681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0.4106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Project Status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F0F7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Completed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482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633472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78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163824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163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694176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94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639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224528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224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696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comparison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4754880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754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7000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strongest baseline (Random Forest)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FDF3E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1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⧗  In Progress / Planned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37960" y="2103120"/>
            <a:ext cx="237744" cy="23774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2103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0482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hyperparameter tuning (RandomizedSearchCV)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2724912"/>
            <a:ext cx="237744" cy="23774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2724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6700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tuned Random Forest model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3346704"/>
            <a:ext cx="237744" cy="23774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291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prediction pipeline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37960" y="3968496"/>
            <a:ext cx="237744" cy="23774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37960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913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final predictor notebook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37960" y="4590288"/>
            <a:ext cx="237744" cy="23774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37960" y="4590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4535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project dependencies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37960" y="5212080"/>
            <a:ext cx="237744" cy="237744"/>
          </a:xfrm>
          <a:prstGeom prst="ellipse">
            <a:avLst/>
          </a:prstGeom>
          <a:solidFill>
            <a:srgbClr val="E0862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37960" y="5212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51572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prediction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9339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7373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understanding &amp; cleaning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99339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17373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visualization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95351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26974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&amp; numerical scaling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95351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26974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transformation with ColumnTransformer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391363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17320" y="3657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comparison (4 algorithms)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91363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3657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using MAE, RMSE, R²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6177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487375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417320" y="4617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hyperparameter search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F4C4E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87375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4617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notebook-based project structure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finish tuning, finalize the pipeline, and build a simple prediction interface.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592</Words>
  <Application>Microsoft Office PowerPoint</Application>
  <PresentationFormat>Widescreen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Rutuja Dhumal</cp:lastModifiedBy>
  <cp:revision>3</cp:revision>
  <dcterms:created xsi:type="dcterms:W3CDTF">2026-09-03T10:26:20Z</dcterms:created>
  <dcterms:modified xsi:type="dcterms:W3CDTF">2026-09-03T20:18:06Z</dcterms:modified>
</cp:coreProperties>
</file>